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>
        <p:scale>
          <a:sx n="66" d="100"/>
          <a:sy n="66" d="100"/>
        </p:scale>
        <p:origin x="67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06EBD-493E-D078-03B6-817FABFB8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2005A-C89F-1A87-1537-7152DA3BD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89DE9-A57D-9C02-A06E-123CF6BE9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65238-ACBD-455B-A45C-C1C07B822BE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1BE77-41B6-AB90-0F43-6436F3ADD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A43E6-932F-A278-0EF5-5E26AB82E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5188-9B69-4E8E-A5E5-51C183F9C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82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7D4CA-EFE3-5A16-B507-4E631C634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281E5-8CC7-10DB-EBD5-012D9A6F7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B2F9F-4597-440C-E19A-CA30504B7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65238-ACBD-455B-A45C-C1C07B822BE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1B778-4E6D-AAAB-F091-E4E6B7F5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13A40-C290-FFBC-4922-F57AB032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5188-9B69-4E8E-A5E5-51C183F9C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18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7BA57-8CB3-DC83-E1A1-11403CFDD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8927A-DB68-FBCB-BEEE-DEDC05237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68AD7-9D1E-3711-A4F0-B00EA8C16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65238-ACBD-455B-A45C-C1C07B822BE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0D20F-20AD-2EE2-8385-F67D168A3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D3D21-2EE1-C8CA-16C8-DDDF30563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5188-9B69-4E8E-A5E5-51C183F9C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8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118FC-CAFD-72BD-DAB4-B33CDD996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FC9A1-0AB4-AF4C-1B72-2BB91CB692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3952E-F9CF-47F5-43A3-B55B28808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85763-8618-5B98-4EAD-D88D93032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65238-ACBD-455B-A45C-C1C07B822BE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90648-5967-80A2-AD4A-83C13C6A1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DA80E-315D-6065-281C-EC69C5097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5188-9B69-4E8E-A5E5-51C183F9C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81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D3597-583D-2014-02F7-20139EB43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AD372-F776-F36B-FD52-A3C093236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224AD-14DD-0526-018D-CDA9AE0E1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9F284F-5BEE-6710-1EF1-6555C5219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997A31-5012-1FAB-D653-F32B22CC3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E7E6D-6193-6782-6070-20B0688F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65238-ACBD-455B-A45C-C1C07B822BE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6311E3-DBC6-FA91-E81A-C46073F5A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319D51-55BE-3331-FE46-3B3392FE2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5188-9B69-4E8E-A5E5-51C183F9C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668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3A54-AD8B-5E5D-DD6B-7578D8B35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131874-3490-DFF8-2B79-B5FABA912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65238-ACBD-455B-A45C-C1C07B822BE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ECFFB-33BB-0C2E-B386-3B32AA648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27BD30-6B7F-55C8-BF6C-51A1232EB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5188-9B69-4E8E-A5E5-51C183F9C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0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3BDF45-4926-3C43-F55F-F32812DCA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65238-ACBD-455B-A45C-C1C07B822BE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103F70-7B92-CBB4-D8D8-02D26F6FD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B4F75-E4A3-922D-0664-B14AAFAA8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5188-9B69-4E8E-A5E5-51C183F9C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42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1CFDC-E38C-86D9-BA28-B7EB12296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C7A0B-F472-B498-1A35-6CF88678B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86E3A-7FF5-39CE-655C-FBD4BE9D2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D6341-9111-5412-EC67-EC52CA64F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65238-ACBD-455B-A45C-C1C07B822BE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11962-B8D1-A718-E6BC-E049BF82A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C4DC4-050B-A48D-3C2C-B98602259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5188-9B69-4E8E-A5E5-51C183F9C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12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96B44-27C1-DDB1-0267-4038DD50C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77FB08-5CD5-B9BF-6181-A325994462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A4C54B-E3FE-3EF4-51E5-9F3A35BE6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A5AAB-8E6E-42E3-8447-E6AAC9033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65238-ACBD-455B-A45C-C1C07B822BE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BC34D-C030-20E1-ED77-BBF0C61BD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1233B-FC30-4FFE-9DA1-2AD9399E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5188-9B69-4E8E-A5E5-51C183F9C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99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DFEEE-7AFA-A66F-996C-476ED88D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88AE11-3019-46FB-492C-7809804F4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15944-F3A7-E61F-3CA4-8075A6265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65238-ACBD-455B-A45C-C1C07B822BE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08074-A2EB-5888-502A-23004223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6F421-530A-2B05-DB74-F42297A34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5188-9B69-4E8E-A5E5-51C183F9C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56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CB0498-F33E-49FA-0B21-F300786F5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58C97-860C-E847-D308-0CDA230C4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D67B8-ABFF-F576-3EE9-0F2D4C324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65238-ACBD-455B-A45C-C1C07B822BE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ED1BA-AA07-9511-0BA7-5B03BD2E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42F58-66E0-ABAA-1554-C59A7F16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5188-9B69-4E8E-A5E5-51C183F9C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721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5B0040-A9F8-363D-2E05-C3B404EF8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73C3A-1087-BEB7-E7A2-13258936E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5F031-7E23-CF4B-9536-65B4653EC8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65238-ACBD-455B-A45C-C1C07B822BE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A6139-BA8C-E117-3DEE-DA9917F8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0CE90-8BA2-913D-3524-4373E0300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85188-9B69-4E8E-A5E5-51C183F9C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10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7E3551-EF9C-9F75-1040-61AB067BB360}"/>
              </a:ext>
            </a:extLst>
          </p:cNvPr>
          <p:cNvSpPr/>
          <p:nvPr/>
        </p:nvSpPr>
        <p:spPr>
          <a:xfrm>
            <a:off x="2202874" y="14847"/>
            <a:ext cx="2978728" cy="32835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CBFBDF-B5CB-2195-1A28-5AE7A8FC76F4}"/>
              </a:ext>
            </a:extLst>
          </p:cNvPr>
          <p:cNvSpPr/>
          <p:nvPr/>
        </p:nvSpPr>
        <p:spPr>
          <a:xfrm>
            <a:off x="2514598" y="472045"/>
            <a:ext cx="166255" cy="25076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4F1CDF6-82ED-922D-B2D8-96E6EBE82FA8}"/>
              </a:ext>
            </a:extLst>
          </p:cNvPr>
          <p:cNvSpPr/>
          <p:nvPr/>
        </p:nvSpPr>
        <p:spPr>
          <a:xfrm>
            <a:off x="3048000" y="402775"/>
            <a:ext cx="526473" cy="5818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0585FD-1AE5-0434-271C-408AA3CF20A9}"/>
              </a:ext>
            </a:extLst>
          </p:cNvPr>
          <p:cNvSpPr/>
          <p:nvPr/>
        </p:nvSpPr>
        <p:spPr>
          <a:xfrm>
            <a:off x="3983183" y="402775"/>
            <a:ext cx="526473" cy="5818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79CDF4-48CB-2A58-B614-49B799BDAEE4}"/>
              </a:ext>
            </a:extLst>
          </p:cNvPr>
          <p:cNvSpPr/>
          <p:nvPr/>
        </p:nvSpPr>
        <p:spPr>
          <a:xfrm>
            <a:off x="3983183" y="2030683"/>
            <a:ext cx="526473" cy="5818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9741C4-A292-EE75-41F3-E51544479E10}"/>
              </a:ext>
            </a:extLst>
          </p:cNvPr>
          <p:cNvSpPr/>
          <p:nvPr/>
        </p:nvSpPr>
        <p:spPr>
          <a:xfrm>
            <a:off x="4163291" y="1718955"/>
            <a:ext cx="166255" cy="58189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E6528E-D67F-0097-0DBD-BBBDBE0FF21D}"/>
              </a:ext>
            </a:extLst>
          </p:cNvPr>
          <p:cNvSpPr/>
          <p:nvPr/>
        </p:nvSpPr>
        <p:spPr>
          <a:xfrm>
            <a:off x="5493326" y="14847"/>
            <a:ext cx="2978728" cy="32835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AEEF6-8441-F960-1E13-C134F1716815}"/>
              </a:ext>
            </a:extLst>
          </p:cNvPr>
          <p:cNvSpPr/>
          <p:nvPr/>
        </p:nvSpPr>
        <p:spPr>
          <a:xfrm>
            <a:off x="5805050" y="472045"/>
            <a:ext cx="166255" cy="25076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197E45-F5A9-8D90-4209-7E3ADA82478C}"/>
              </a:ext>
            </a:extLst>
          </p:cNvPr>
          <p:cNvSpPr/>
          <p:nvPr/>
        </p:nvSpPr>
        <p:spPr>
          <a:xfrm>
            <a:off x="6338452" y="402775"/>
            <a:ext cx="526473" cy="5818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0B70197-82F5-0A55-4141-169AA2840DB6}"/>
              </a:ext>
            </a:extLst>
          </p:cNvPr>
          <p:cNvSpPr/>
          <p:nvPr/>
        </p:nvSpPr>
        <p:spPr>
          <a:xfrm>
            <a:off x="7273635" y="402775"/>
            <a:ext cx="526473" cy="5818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E7842AD-1397-AF62-0283-1E2EAA4D4ED1}"/>
              </a:ext>
            </a:extLst>
          </p:cNvPr>
          <p:cNvSpPr/>
          <p:nvPr/>
        </p:nvSpPr>
        <p:spPr>
          <a:xfrm>
            <a:off x="7273635" y="2030683"/>
            <a:ext cx="526473" cy="5818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AA6D5-3617-D717-20AB-BAFEC5DB6D15}"/>
              </a:ext>
            </a:extLst>
          </p:cNvPr>
          <p:cNvSpPr/>
          <p:nvPr/>
        </p:nvSpPr>
        <p:spPr>
          <a:xfrm>
            <a:off x="7453743" y="1718955"/>
            <a:ext cx="166255" cy="58189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2AEF86-CE04-3445-C8A6-9992317D4E2D}"/>
              </a:ext>
            </a:extLst>
          </p:cNvPr>
          <p:cNvSpPr/>
          <p:nvPr/>
        </p:nvSpPr>
        <p:spPr>
          <a:xfrm>
            <a:off x="2202874" y="3574473"/>
            <a:ext cx="2978728" cy="32835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1C1942-4C6B-BAF4-FED7-5009290FA60E}"/>
              </a:ext>
            </a:extLst>
          </p:cNvPr>
          <p:cNvSpPr/>
          <p:nvPr/>
        </p:nvSpPr>
        <p:spPr>
          <a:xfrm>
            <a:off x="2514598" y="4031671"/>
            <a:ext cx="166255" cy="25076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310EA78-5B03-0A03-B190-ED72F807E302}"/>
              </a:ext>
            </a:extLst>
          </p:cNvPr>
          <p:cNvSpPr/>
          <p:nvPr/>
        </p:nvSpPr>
        <p:spPr>
          <a:xfrm>
            <a:off x="3048000" y="3962401"/>
            <a:ext cx="526473" cy="5818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3C21A10-92EB-814F-D349-931B1CD72821}"/>
              </a:ext>
            </a:extLst>
          </p:cNvPr>
          <p:cNvSpPr/>
          <p:nvPr/>
        </p:nvSpPr>
        <p:spPr>
          <a:xfrm>
            <a:off x="3983183" y="3962401"/>
            <a:ext cx="526473" cy="5818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DB09BE8-1179-ABCF-944D-9258FF03C6DF}"/>
              </a:ext>
            </a:extLst>
          </p:cNvPr>
          <p:cNvSpPr/>
          <p:nvPr/>
        </p:nvSpPr>
        <p:spPr>
          <a:xfrm>
            <a:off x="3983183" y="5590309"/>
            <a:ext cx="526473" cy="5818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AE2148-305F-1AA3-1B6A-813A397D2A09}"/>
              </a:ext>
            </a:extLst>
          </p:cNvPr>
          <p:cNvSpPr/>
          <p:nvPr/>
        </p:nvSpPr>
        <p:spPr>
          <a:xfrm>
            <a:off x="4163291" y="5278581"/>
            <a:ext cx="166255" cy="58189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7E0E1B-93D2-8A34-57CC-C97CDE4E4E30}"/>
              </a:ext>
            </a:extLst>
          </p:cNvPr>
          <p:cNvSpPr/>
          <p:nvPr/>
        </p:nvSpPr>
        <p:spPr>
          <a:xfrm>
            <a:off x="5493326" y="3574473"/>
            <a:ext cx="2978728" cy="32835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D2D135-FBC6-DDB2-C2E6-D4CFD0827CBB}"/>
              </a:ext>
            </a:extLst>
          </p:cNvPr>
          <p:cNvSpPr/>
          <p:nvPr/>
        </p:nvSpPr>
        <p:spPr>
          <a:xfrm>
            <a:off x="5805050" y="4031671"/>
            <a:ext cx="166255" cy="25076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3FD4FD3-0138-4376-FCDF-08375DD487B2}"/>
              </a:ext>
            </a:extLst>
          </p:cNvPr>
          <p:cNvSpPr/>
          <p:nvPr/>
        </p:nvSpPr>
        <p:spPr>
          <a:xfrm>
            <a:off x="6338452" y="3962401"/>
            <a:ext cx="526473" cy="5818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BDDCBB2-1290-D47A-2F18-17375CDC300B}"/>
              </a:ext>
            </a:extLst>
          </p:cNvPr>
          <p:cNvSpPr/>
          <p:nvPr/>
        </p:nvSpPr>
        <p:spPr>
          <a:xfrm>
            <a:off x="7273635" y="3962401"/>
            <a:ext cx="526473" cy="5818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3F65325-0785-F5BF-63AB-0541D1CC9FAD}"/>
              </a:ext>
            </a:extLst>
          </p:cNvPr>
          <p:cNvSpPr/>
          <p:nvPr/>
        </p:nvSpPr>
        <p:spPr>
          <a:xfrm>
            <a:off x="7273635" y="5590309"/>
            <a:ext cx="526473" cy="58189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556F8D7-5CB1-FF17-F15F-B3A6244A03F1}"/>
              </a:ext>
            </a:extLst>
          </p:cNvPr>
          <p:cNvSpPr/>
          <p:nvPr/>
        </p:nvSpPr>
        <p:spPr>
          <a:xfrm>
            <a:off x="7453743" y="5278581"/>
            <a:ext cx="166255" cy="58189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95DD02-CAD4-8150-8184-6282F8C65FE0}"/>
              </a:ext>
            </a:extLst>
          </p:cNvPr>
          <p:cNvSpPr txBox="1"/>
          <p:nvPr/>
        </p:nvSpPr>
        <p:spPr>
          <a:xfrm>
            <a:off x="3077221" y="178157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52700F-EE58-1B1F-28ED-942D5ADF6233}"/>
              </a:ext>
            </a:extLst>
          </p:cNvPr>
          <p:cNvSpPr txBox="1"/>
          <p:nvPr/>
        </p:nvSpPr>
        <p:spPr>
          <a:xfrm>
            <a:off x="6367673" y="188534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404F87-CDD9-D1E3-FA20-D910853D8201}"/>
              </a:ext>
            </a:extLst>
          </p:cNvPr>
          <p:cNvSpPr txBox="1"/>
          <p:nvPr/>
        </p:nvSpPr>
        <p:spPr>
          <a:xfrm>
            <a:off x="3094796" y="5444973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E9D956-7FD9-5B93-8DD5-671C4E9045A5}"/>
              </a:ext>
            </a:extLst>
          </p:cNvPr>
          <p:cNvSpPr txBox="1"/>
          <p:nvPr/>
        </p:nvSpPr>
        <p:spPr>
          <a:xfrm>
            <a:off x="6415414" y="546575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/>
              <a:t>4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202937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husni muttaqin</dc:creator>
  <cp:lastModifiedBy>husni muttaqin</cp:lastModifiedBy>
  <cp:revision>1</cp:revision>
  <dcterms:created xsi:type="dcterms:W3CDTF">2024-09-10T06:36:01Z</dcterms:created>
  <dcterms:modified xsi:type="dcterms:W3CDTF">2024-09-10T06:36:38Z</dcterms:modified>
</cp:coreProperties>
</file>